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6868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3282E"/>
                </a:solidFill>
                <a:latin typeface="Microsoft YaHei"/>
              </a:rPr>
              <a:t>Week5 CS231n Assignment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72768"/>
            <a:ext cx="10424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3282E"/>
                </a:solidFill>
                <a:latin typeface="Microsoft YaHei"/>
              </a:rPr>
              <a:t>CIFAR-10 图像分类本地复现：raw pixels 基线 + HOG/color histogram 特征实验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231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C6B7E"/>
                </a:solidFill>
                <a:latin typeface="Microsoft YaHei"/>
              </a:rPr>
              <a:t>最佳 raw pixels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9191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8968"/>
                </a:solidFill>
                <a:latin typeface="Microsoft YaHei"/>
              </a:rPr>
              <a:t>0.493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24231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C6B7E"/>
                </a:solidFill>
                <a:latin typeface="Microsoft YaHei"/>
              </a:rPr>
              <a:t>最佳 image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679191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F8968"/>
                </a:solidFill>
                <a:latin typeface="Microsoft YaHei"/>
              </a:rPr>
              <a:t>0.576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4231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5C6B7E"/>
                </a:solidFill>
                <a:latin typeface="Microsoft YaHei"/>
              </a:rPr>
              <a:t>features 提升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679191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D7539"/>
                </a:solidFill>
                <a:latin typeface="Microsoft YaHei"/>
              </a:rPr>
              <a:t>+0.083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5760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目标：在本地复现 CS231n A1 的完整学习流程，而不是提交官方作业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主线：kNN、Softmax、TwoLayerNet、HOG + color histogram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汇报重点：为什么“输入表示”会显著影响图像分类效果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ASSIGNMENT 1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Assignment 1 到底要求我们理解什么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题目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本次是否完成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Q1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kNN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已完成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Q2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Softmax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已完成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Q3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Two-Layer Neural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已完成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Q4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Higher-level image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已补跑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Q5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FullyConnectedNet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基础验证已跑，dropout/BN 未展开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62356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4F8968"/>
                </a:solidFill>
                <a:latin typeface="Microsoft YaHei"/>
              </a:rPr>
              <a:t>这次新增的就是 Q4：不用 raw pixels，而是加入 HOG 和 color histogram。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CIFAR-10 与实验划分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CIFAR-10：10 类 32×32 彩色图像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官方数据：50,000 train + 10,000 test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A1 常用划分：49,000 train + 1,000 validation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本地快速评估：使用 1,000 张 test 做模型对比</a:t>
            </a:r>
          </a:p>
        </p:txBody>
      </p:sp>
      <p:pic>
        <p:nvPicPr>
          <p:cNvPr id="5" name="Picture 4" descr="data_scale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4300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实验流程：训练、调参、验证、测试、可视化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1. 下载 CIFAR-10 并构造 train / validation / test split</a:t>
            </a:r>
          </a:p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2. 先跑 raw pixels 基线：kNN、Softmax、TwoLayerNet</a:t>
            </a:r>
          </a:p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3. 再跑 image features：HOG + HSV color histogram</a:t>
            </a:r>
          </a:p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4. 所有模型用 validation accuracy 选超参数</a:t>
            </a:r>
          </a:p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5. 最后只用 test accuracy 汇报泛化表现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RAW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Raw pixels 基线结果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34440"/>
          <a:ext cx="107899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最佳参数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Val Acc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Test Acc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kNN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k=5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0.326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lr=5.0e-07, reg=5000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TwoLayerNet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H=100, lr=2.5e-04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model_test_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383280"/>
            <a:ext cx="978408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RAW PIXELS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为什么 raw pixels 表现有限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32×32×3 图像被拉平成 3072 维向量后，空间结构被打散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kNN 的 L2 距离容易受背景、亮度、位置变化影响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Softmax 只能学习线性类别模板，决策边界表达能力有限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TwoLayerNet 加入非线性后提升明显，但仍没有显式利用局部图像结构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IMAGE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补充实验：HOG + Color Histogram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HOG：统计局部梯度方向，突出边缘与轮廓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HSV color histogram：统计颜色分布，补充颜色语义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提取后特征维度为 154，远小于 raw pixels 的 3072 维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这一步的核心不是换分类器，而是换输入表示</a:t>
            </a:r>
          </a:p>
        </p:txBody>
      </p:sp>
      <p:pic>
        <p:nvPicPr>
          <p:cNvPr id="5" name="Picture 4" descr="feature_vs_raw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43000"/>
            <a:ext cx="5486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FEATURE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Raw pixels vs Image Features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输入表示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Val Acc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82E"/>
                          </a:solidFill>
                          <a:latin typeface="Microsoft YaHei"/>
                        </a:rPr>
                        <a:t>Test Acc</a:t>
                      </a:r>
                    </a:p>
                  </a:txBody>
                  <a:tcPr>
                    <a:solidFill>
                      <a:srgbClr val="EBEFE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raw pixels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HOG + color hist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raw pixels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TwoLayerNet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HOG + color hist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TwoLayerNet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0.605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82E"/>
                          </a:solidFill>
                          <a:latin typeface="Microsoft YaHei"/>
                        </a:rPr>
                        <a:t>0.576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20624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4F8968"/>
                </a:solidFill>
                <a:latin typeface="Microsoft YaHei"/>
              </a:rPr>
              <a:t>结论：TwoLayerNet + image features 的测试准确率达到 0.576，比 raw pixels 提升 0.083。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SOFTMAX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Softmax on Features：学习率与正则化搜索</a:t>
            </a:r>
          </a:p>
        </p:txBody>
      </p:sp>
      <p:pic>
        <p:nvPicPr>
          <p:cNvPr id="4" name="Picture 3" descr="features_softmax_hyperparam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97280"/>
            <a:ext cx="640080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417320"/>
            <a:ext cx="3749039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最佳 lr=5.0e-07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最佳 reg=5000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Val Acc=0.417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Test Acc=0.420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线性模型也能受益于更好的图像表示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TWO-LAYER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TwoLayerNet on Features：非线性分类器继续提升</a:t>
            </a:r>
          </a:p>
        </p:txBody>
      </p:sp>
      <p:pic>
        <p:nvPicPr>
          <p:cNvPr id="4" name="Picture 3" descr="features_twolayer_confi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667512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141732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最佳 hidden_dim=750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最佳 lr=1.0e-03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最佳 reg=0.001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Val Acc=0.605</a:t>
            </a:r>
          </a:p>
          <a:p>
            <a:pPr>
              <a:spcAft>
                <a:spcPts val="800"/>
              </a:spcAft>
              <a:defRPr sz="1700">
                <a:solidFill>
                  <a:srgbClr val="2A2E34"/>
                </a:solidFill>
                <a:latin typeface="Microsoft YaHei"/>
              </a:defRPr>
            </a:pPr>
            <a:r>
              <a:t>Test Acc=0.576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这个补充实验说明了什么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图像分类性能不仅取决于模型，也取决于输入表示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HOG 把边缘和轮廓编码出来，让分类器看到更接近语义的信号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颜色直方图保留类别相关的颜色统计，比如 frog / ship / truck 的色彩分布差异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CNN 的意义更清楚了：它会自动学习比 HOG 更强、更层次化的局部视觉特征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本周学习收获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掌握了 CIFAR-10 图像分类 pipeline：数据划分、训练、验证调参、测试评估</a:t>
            </a:r>
          </a:p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理解了 kNN、Softmax、TwoLayerNet 的表达能力差异</a:t>
            </a:r>
          </a:p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练习了超参数搜索：learning rate、regularization、hidden_dim、epochs</a:t>
            </a:r>
          </a:p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通过 HOG + color histogram 理解“特征表示”对模型效果的影响</a:t>
            </a:r>
          </a:p>
          <a:p>
            <a:pPr>
              <a:spcAft>
                <a:spcPts val="800"/>
              </a:spcAft>
              <a:defRPr sz="1900">
                <a:solidFill>
                  <a:srgbClr val="2A2E34"/>
                </a:solidFill>
                <a:latin typeface="Microsoft YaHei"/>
              </a:defRPr>
            </a:pPr>
            <a:r>
              <a:t>为后续 CNN 学习建立了动机：从手工特征走向自动特征学习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CURRENT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当前仍然保留的局限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测试集仍使用 1,000 张快速评估，后续可扩到完整 10,000 张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FullyConnectedNet 的 dropout / batch normalization 还没有系统展开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TwoLayerNet 调参还可以继续更细，例如更多 epoch 和更密集搜索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目前还没有训练 CNN，因此还没有自动利用图像局部空间结构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C6B7E"/>
                </a:solidFill>
                <a:latin typeface="Microsoft YaHei"/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F24"/>
                </a:solidFill>
                <a:latin typeface="Microsoft YaHei"/>
              </a:rPr>
              <a:t>下一步：从 Assignment 1 走向 Assignment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继续 FullyConnectedNet：多层网络、Dropout、Batch Normalization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进入 CNN：卷积层、池化层、局部感受野、权重共享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用 PyTorch 重新实现 CIFAR-10 训练流程</a:t>
            </a:r>
          </a:p>
          <a:p>
            <a:pPr>
              <a:spcAft>
                <a:spcPts val="800"/>
              </a:spcAft>
              <a:defRPr sz="2000">
                <a:solidFill>
                  <a:srgbClr val="2A2E34"/>
                </a:solidFill>
                <a:latin typeface="Microsoft YaHei"/>
              </a:defRPr>
            </a:pPr>
            <a:r>
              <a:t>目标从“手工特征 + 小网络”过渡到“端到端自动学习图像特征”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058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3282E"/>
                </a:solidFill>
                <a:latin typeface="Microsoft YaHei"/>
              </a:rPr>
              <a:t>汇报结论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3282E"/>
                </a:solidFill>
                <a:latin typeface="Microsoft YaHei"/>
              </a:rPr>
              <a:t>Assignment 1 的价值不是只跑出一个准确率，而是理解图像分类系统由数据、表示、模型、优化和调参共同决定。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15468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A2E34"/>
                </a:solidFill>
                <a:latin typeface="Microsoft YaHei"/>
              </a:defRPr>
            </a:pPr>
            <a:r>
              <a:t>raw pixels 最佳 TwoLayerNet test acc：0.493</a:t>
            </a:r>
          </a:p>
          <a:p>
            <a:pPr>
              <a:spcAft>
                <a:spcPts val="800"/>
              </a:spcAft>
              <a:defRPr sz="2100">
                <a:solidFill>
                  <a:srgbClr val="2A2E34"/>
                </a:solidFill>
                <a:latin typeface="Microsoft YaHei"/>
              </a:defRPr>
            </a:pPr>
            <a:r>
              <a:t>HOG + color histogram 最佳 TwoLayerNet test acc：0.576</a:t>
            </a:r>
          </a:p>
          <a:p>
            <a:pPr>
              <a:spcAft>
                <a:spcPts val="800"/>
              </a:spcAft>
              <a:defRPr sz="2100">
                <a:solidFill>
                  <a:srgbClr val="2A2E34"/>
                </a:solidFill>
                <a:latin typeface="Microsoft YaHei"/>
              </a:defRPr>
            </a:pPr>
            <a:r>
              <a:t>补充 features 后，Week5 已覆盖 A1 的主要实验主线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