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A2E34"/>
                </a:solidFill>
                <a:latin typeface="Microsoft YaHei"/>
              </a:rPr>
              <a:t>Week5 CS231n Assignment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A2E34"/>
                </a:solidFill>
                <a:latin typeface="Microsoft YaHei"/>
              </a:rPr>
              <a:t>CIFAR-10 图像分类本地复现实验：kNN、Softmax、TwoLayerNet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8968"/>
                </a:solidFill>
                <a:latin typeface="Microsoft YaHei"/>
              </a:rPr>
              <a:t>最佳测试准确率：TwoLayerNet / N49000 / 0.493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A2E34"/>
                </a:solidFill>
                <a:latin typeface="Microsoft YaHei"/>
              </a:rPr>
              <a:t>数据规模：10k / 20k / 49k 训练样本；验证与测试各 1k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任务背景：从图像分类 pipeline 进入神经网络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CS231n A1 关注图像分类的完整工程链路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从 kNN 到 Softmax，再到两层神经网络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核心学习点：数据划分、loss、gradient、regularization、hyperparameter tuning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本实验不是提交作业，而是本地复现与组会汇报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CIFAR-10：10 类 32×32 彩色图像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原始数据：50,000 train + 10,000 test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官方 A1 常用划分：49,000 train + 1,000 val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本地复现实验对比：N10000、N20000、N49000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快速评估阶段使用 1,000 张 test 以控制运行时间</a:t>
            </a:r>
          </a:p>
        </p:txBody>
      </p:sp>
      <p:pic>
        <p:nvPicPr>
          <p:cNvPr id="5" name="Picture 4" descr="data_scal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43000"/>
            <a:ext cx="56692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实验流程：训练、调参、验证、测试与可视化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1. 加载 CIFAR-10 并做 train/val/test split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2. 训练 kNN、Softmax、TwoLayerNet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3. 在验证集上选择超参数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4. 用测试集报告泛化性能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5. 汇总 JSON、Markdown 报告、PNG 图表和 PPT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kNN：简单但被原始像素距离限制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4572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N49000 最佳 k=5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验证准确率 0.326，测试准确率 0.348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几乎没有训练成本，但推理要比较所有训练样本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在高维原始像素空间中，L2 距离不稳定</a:t>
            </a:r>
          </a:p>
        </p:txBody>
      </p:sp>
      <p:pic>
        <p:nvPicPr>
          <p:cNvPr id="5" name="Picture 4" descr="run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88720"/>
            <a:ext cx="5943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SOFTMAX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Softmax：线性分类器受益于调参和更多数据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4114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N49000 最佳 lr=5.0e-07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最佳 reg=5000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验证准确率 0.383，测试准确率 0.359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线性决策边界仍限制了上限</a:t>
            </a:r>
          </a:p>
        </p:txBody>
      </p:sp>
      <p:pic>
        <p:nvPicPr>
          <p:cNvPr id="5" name="Picture 4" descr="softmax_hyperpara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51560"/>
            <a:ext cx="6583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TWO-LAYER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TwoLayerNet：非线性隐藏层带来明显提升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4480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latin typeface="Microsoft YaHei"/>
              </a:defRPr>
            </a:pPr>
            <a:r>
              <a:t>N49000 最佳验证配置：H=100, lr=2.5e-04, reg=0.05</a:t>
            </a:r>
          </a:p>
          <a:p>
            <a:pPr>
              <a:spcAft>
                <a:spcPts val="800"/>
              </a:spcAft>
              <a:defRPr sz="1400">
                <a:latin typeface="Microsoft YaHei"/>
              </a:defRPr>
            </a:pPr>
            <a:r>
              <a:t>验证准确率 0.515</a:t>
            </a:r>
          </a:p>
          <a:p>
            <a:pPr>
              <a:spcAft>
                <a:spcPts val="800"/>
              </a:spcAft>
              <a:defRPr sz="1400">
                <a:latin typeface="Microsoft YaHei"/>
              </a:defRPr>
            </a:pPr>
            <a:r>
              <a:t>隐藏层 + ReLU 学习非线性特征组合</a:t>
            </a:r>
          </a:p>
          <a:p>
            <a:pPr>
              <a:spcAft>
                <a:spcPts val="800"/>
              </a:spcAft>
              <a:defRPr sz="1400">
                <a:latin typeface="Microsoft YaHei"/>
              </a:defRPr>
            </a:pPr>
            <a:r>
              <a:t>模型容量越大不一定越好，需要正则化与学习率匹配</a:t>
            </a:r>
          </a:p>
        </p:txBody>
      </p:sp>
      <p:pic>
        <p:nvPicPr>
          <p:cNvPr id="5" name="Picture 4" descr="two_layer_confi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05840"/>
            <a:ext cx="7040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模型对比：TwoLayerNet 在 raw pixels 上领先</a:t>
            </a:r>
          </a:p>
        </p:txBody>
      </p:sp>
      <p:pic>
        <p:nvPicPr>
          <p:cNvPr id="4" name="Picture 3" descr="model_test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0607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SCALE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数据规模影响：线性与非线性模型更能利用更多数据</a:t>
            </a:r>
          </a:p>
        </p:txBody>
      </p:sp>
      <p:pic>
        <p:nvPicPr>
          <p:cNvPr id="4" name="Picture 3" descr="data_scal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649224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latin typeface="Microsoft YaHei"/>
              </a:defRPr>
            </a:pPr>
            <a:r>
              <a:t>kNN：提升有限，瓶颈在像素距离</a:t>
            </a:r>
          </a:p>
          <a:p>
            <a:pPr>
              <a:spcAft>
                <a:spcPts val="800"/>
              </a:spcAft>
              <a:defRPr sz="1500">
                <a:latin typeface="Microsoft YaHei"/>
              </a:defRPr>
            </a:pPr>
            <a:r>
              <a:t>Softmax：更多数据带来稳定小幅提升</a:t>
            </a:r>
          </a:p>
          <a:p>
            <a:pPr>
              <a:spcAft>
                <a:spcPts val="800"/>
              </a:spcAft>
              <a:defRPr sz="1500">
                <a:latin typeface="Microsoft YaHei"/>
              </a:defRPr>
            </a:pPr>
            <a:r>
              <a:t>TwoLayerNet：49k 后突破 0.5 附近</a:t>
            </a:r>
          </a:p>
          <a:p>
            <a:pPr>
              <a:spcAft>
                <a:spcPts val="800"/>
              </a:spcAft>
              <a:defRPr sz="1500">
                <a:latin typeface="Microsoft YaHei"/>
              </a:defRPr>
            </a:pPr>
            <a:r>
              <a:t>测试集波动不替代验证集选模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诊断图：loss 下降与类别混淆</a:t>
            </a:r>
          </a:p>
        </p:txBody>
      </p:sp>
      <p:pic>
        <p:nvPicPr>
          <p:cNvPr id="4" name="Picture 3" descr="two_layer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5120640" cy="2971800"/>
          </a:xfrm>
          <a:prstGeom prst="rect">
            <a:avLst/>
          </a:prstGeom>
        </p:spPr>
      </p:pic>
      <p:pic>
        <p:nvPicPr>
          <p:cNvPr id="5" name="Picture 4" descr="confusion_matrix_bes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0292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BEST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最佳模型：TwoLayerNet 是本轮复现的主结果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按 validation：N49000 TwoLayerNet cfg4，val=0.515, test=0.493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按 test：部分配置测试准确率可到 0.510，但应以验证集选模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Softmax 最佳 test=0.359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kNN 最佳 test=0.348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关键学习收获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图像分类 pipeline 的核心是数据划分 + 训练 + 验证调参 + 测试评估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向量化 NumPy 实现决定了实验能否高效运行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正则化和学习率会直接决定泛化性能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raw pixels 能跑通流程，但不是好的视觉表示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非线性模型明显优于线性模型，但还不是 CNN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当前局限：还没有进入真正强的图像表示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尚未充分跑 HOG / color histogram features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FullyConnectedNet 的 dropout / batch normalization 还未展开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测试集使用 1,000 张快速评估，后续可扩到完整 10,000 张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未使用 CNN，因此没有利用图像局部空间结构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F6F82"/>
                </a:solidFill>
                <a:latin typeface="Microsoft YaHe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328"/>
                </a:solidFill>
                <a:latin typeface="Microsoft YaHei"/>
              </a:rPr>
              <a:t>下一步计划：从 A1 走向更强模型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1. 跑 features.ipynb：HOG + color histogram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2. 跑 FullyConnectedNets.ipynb：多层网络、Dropout、BatchNorm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3. 扩大 TwoLayerNet epoch 与更细调参</a:t>
            </a:r>
          </a:p>
          <a:p>
            <a:pPr>
              <a:spcAft>
                <a:spcPts val="800"/>
              </a:spcAft>
              <a:defRPr sz="1600">
                <a:latin typeface="Microsoft YaHei"/>
              </a:defRPr>
            </a:pPr>
            <a:r>
              <a:t>4. 进入 CNN：利用局部感受野和权重共享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