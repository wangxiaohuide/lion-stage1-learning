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fee2467b124c50" /><Relationship Type="http://schemas.openxmlformats.org/officeDocument/2006/relationships/extended-properties" Target="/docProps/app.xml" Id="R87b98db44b814540" /><Relationship Type="http://schemas.openxmlformats.org/officeDocument/2006/relationships/officeDocument" Target="/ppt/presentation.xml" Id="R099189a857744c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44d15d6d1d47ff"/>
  </p:sldMasterIdLst>
  <p:notesMasterIdLst>
    <p:notesMasterId xmlns:r="http://schemas.openxmlformats.org/officeDocument/2006/relationships" r:id="Rdd6c9422af1043ee"/>
  </p:notesMasterIdLst>
  <p:sldIdLst>
    <p:sldId xmlns:r="http://schemas.openxmlformats.org/officeDocument/2006/relationships" id="256" r:id="Re2cfc465eb334868"/>
    <p:sldId xmlns:r="http://schemas.openxmlformats.org/officeDocument/2006/relationships" id="257" r:id="R1f3a6cfa5fec4359"/>
    <p:sldId xmlns:r="http://schemas.openxmlformats.org/officeDocument/2006/relationships" id="258" r:id="R190d5f5ce13a4e49"/>
    <p:sldId xmlns:r="http://schemas.openxmlformats.org/officeDocument/2006/relationships" id="259" r:id="R0394e4217a464ccb"/>
    <p:sldId xmlns:r="http://schemas.openxmlformats.org/officeDocument/2006/relationships" id="260" r:id="R8973a8368dd4450c"/>
    <p:sldId xmlns:r="http://schemas.openxmlformats.org/officeDocument/2006/relationships" id="261" r:id="R21b73b3608b0482a"/>
    <p:sldId xmlns:r="http://schemas.openxmlformats.org/officeDocument/2006/relationships" id="262" r:id="R1e7b922a5f4f48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4d15d6d1d47ff" /><Relationship Type="http://schemas.openxmlformats.org/officeDocument/2006/relationships/theme" Target="/ppt/theme/theme1.xml" Id="Rf26ed531b2e240b1" /><Relationship Type="http://schemas.openxmlformats.org/officeDocument/2006/relationships/notesMaster" Target="/ppt/notesMasters/notesMaster1.xml" Id="Rdd6c9422af1043ee" /><Relationship Type="http://schemas.openxmlformats.org/officeDocument/2006/relationships/presProps" Target="/ppt/presProps.xml" Id="R1a310fdb01624b8b" /><Relationship Type="http://schemas.openxmlformats.org/officeDocument/2006/relationships/viewProps" Target="/ppt/viewProps.xml" Id="R2bf366653b1f472d" /><Relationship Type="http://schemas.openxmlformats.org/officeDocument/2006/relationships/tableStyles" Target="/ppt/tableStyles.xml" Id="R9c6764bb4cc74cd3" /><Relationship Type="http://schemas.openxmlformats.org/officeDocument/2006/relationships/slide" Target="/ppt/slides/slide1.xml" Id="Re2cfc465eb334868" /><Relationship Type="http://schemas.openxmlformats.org/officeDocument/2006/relationships/slide" Target="/ppt/slides/slide2.xml" Id="R1f3a6cfa5fec4359" /><Relationship Type="http://schemas.openxmlformats.org/officeDocument/2006/relationships/slide" Target="/ppt/slides/slide3.xml" Id="R190d5f5ce13a4e49" /><Relationship Type="http://schemas.openxmlformats.org/officeDocument/2006/relationships/slide" Target="/ppt/slides/slide4.xml" Id="R0394e4217a464ccb" /><Relationship Type="http://schemas.openxmlformats.org/officeDocument/2006/relationships/slide" Target="/ppt/slides/slide5.xml" Id="R8973a8368dd4450c" /><Relationship Type="http://schemas.openxmlformats.org/officeDocument/2006/relationships/slide" Target="/ppt/slides/slide6.xml" Id="R21b73b3608b0482a" /><Relationship Type="http://schemas.openxmlformats.org/officeDocument/2006/relationships/slide" Target="/ppt/slides/slide7.xml" Id="R1e7b922a5f4f48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54f1f05a2814b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a7f8345f3d457c" /><Relationship Type="http://schemas.openxmlformats.org/officeDocument/2006/relationships/notesMaster" Target="/ppt/notesMasters/notesMaster1.xml" Id="Rda0306ac2f7e4b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4f44439b4648bd" /><Relationship Type="http://schemas.openxmlformats.org/officeDocument/2006/relationships/notesMaster" Target="/ppt/notesMasters/notesMaster1.xml" Id="R747b037ec54440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175148e6e749b6" /><Relationship Type="http://schemas.openxmlformats.org/officeDocument/2006/relationships/notesMaster" Target="/ppt/notesMasters/notesMaster1.xml" Id="Rabea0364e5fb44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56e7c11eae4076" /><Relationship Type="http://schemas.openxmlformats.org/officeDocument/2006/relationships/notesMaster" Target="/ppt/notesMasters/notesMaster1.xml" Id="R8ac560f0aee244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005e336e9a45e7" /><Relationship Type="http://schemas.openxmlformats.org/officeDocument/2006/relationships/notesMaster" Target="/ppt/notesMasters/notesMaster1.xml" Id="Re126d68d65b543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aa089b6e684500" /><Relationship Type="http://schemas.openxmlformats.org/officeDocument/2006/relationships/notesMaster" Target="/ppt/notesMasters/notesMaster1.xml" Id="R65ccab85bd6c44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06a1bf4ca94b35" /><Relationship Type="http://schemas.openxmlformats.org/officeDocument/2006/relationships/notesMaster" Target="/ppt/notesMasters/notesMaster1.xml" Id="R5dd4fa65566346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b9660bd1945b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c7585711ad4d7e" /><Relationship Type="http://schemas.openxmlformats.org/officeDocument/2006/relationships/slideLayout" Target="/ppt/slideLayouts/slideLayout2.xml" Id="Rfe14197496504b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14197496504b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23eeaa98b14a54" /><Relationship Type="http://schemas.openxmlformats.org/officeDocument/2006/relationships/notesSlide" Target="/ppt/notesSlides/notesSlide1.xml" Id="R89123a1b6ad046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e52ed7bfa94107" /><Relationship Type="http://schemas.openxmlformats.org/officeDocument/2006/relationships/notesSlide" Target="/ppt/notesSlides/notesSlide2.xml" Id="R67ab57cbbbba41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8b140261e343f7" /><Relationship Type="http://schemas.openxmlformats.org/officeDocument/2006/relationships/notesSlide" Target="/ppt/notesSlides/notesSlide3.xml" Id="R81e53325d8df4c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d66021bd8e45e8" /><Relationship Type="http://schemas.openxmlformats.org/officeDocument/2006/relationships/notesSlide" Target="/ppt/notesSlides/notesSlide4.xml" Id="R6a224f90921340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f15cec21043f9" /><Relationship Type="http://schemas.openxmlformats.org/officeDocument/2006/relationships/notesSlide" Target="/ppt/notesSlides/notesSlide5.xml" Id="R3db4e9eff53a41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7931ee67324cc9" /><Relationship Type="http://schemas.openxmlformats.org/officeDocument/2006/relationships/notesSlide" Target="/ppt/notesSlides/notesSlide6.xml" Id="R85a73265586b48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0aaa81dd154d1b" /><Relationship Type="http://schemas.openxmlformats.org/officeDocument/2006/relationships/notesSlide" Target="/ppt/notesSlides/notesSlide7.xml" Id="R293092cdcade4d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AC79CF-281D-4CEE-B8A6-30CD745B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E19F3-C2A7-41E3-9AEE-59267FF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F5A12-E608-428F-996B-DE47D04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3F08C-1944-4FD3-BF4C-A01C4437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第四周学习汇报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76342-6E60-4AB4-84D4-91E8B8AA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4305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CS231n 前五讲 / Assignment 1 / CS229 后半段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82F16-24C9-4F15-9283-E98BF834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990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54F3E-E988-40FE-A69C-E7FAD9C3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rPr>
              <a:t>本周主线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AEEFB-9CFF-4BAB-8764-B90FC1C8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从图像分类的监督学习 pipeline，连接到强化学习中的长期决策。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3E94F-EDEC-42A9-8075-AFBD67DE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资料来源：cs231n/cs231n.github.io 官方 Assignment 1 starter 与第四周学习报告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1FB0B-0349-4C88-9EA6-457CA252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LION-stage1-learning · Week 04</a:t>
            </a:r>
          </a:p>
        </p:txBody>
      </p:sp>
    </p:spTree>
    <p:extLst>
      <p:ext uri="{BB962C8B-B14F-4D97-AF65-F5344CB8AC3E}">
        <p14:creationId xmlns:p14="http://schemas.microsoft.com/office/powerpoint/2010/main" val="3091707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E82E23-68AD-4E34-8E02-3737001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347B5-8116-4C42-AAEB-10D8C476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rPr>
              <a:t>LION Stage 1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47A0C-5526-42B2-8B3E-C58DB3B7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本周学习结构：两条线并行推进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3CB15-0F18-4BB1-A2FE-DED20E3B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9AB16-AAD5-48EF-ABCA-F1A27241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5742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CS231n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03E39-D0B6-4C9E-84DA-EA97B2C4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A0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6EF55-FA0D-4D27-B5ED-5E14EA0F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57425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Assignment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FBA65-9950-4E27-8A0F-29D5E013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9D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CB6F5-4776-4DA5-8B28-07FA4EC4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574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CS229 后半段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39D18-7D8B-4CAC-8199-7C6899C7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4A260-323E-4C18-B075-9ABE3036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FECB9-2594-4D61-B093-33E2AB07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2257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C52A2-D0D2-4B5E-BC56-02809620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9CD4B-C6E6-4384-9E23-E079F8CF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前五讲建立图像分类的基本语言：数据、损失、梯度、反向传播、神经网络。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6F157-F8C0-48B1-AAB1-1456AB89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官方 starter 已归档，后续逐题完成 kNN、Softmax、两层网络、特征与全连接网络。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704F6-26FB-4C70-903A-667CBD40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继续从 Bellman 思路走向 Q-learning、价值函数近似、Policy Search 和 POMDP。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F2A7D-4744-4CF5-A26A-BD8E9476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000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1845B-84FF-431A-98E3-9386A6FE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72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rPr>
              <a:t>核心连接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F757FF-AAF3-4305-B1A8-196302CB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CS231n 解决“如何从图像中学表示并分类”；CS229 后半段解决“如何在环境反馈中学习长期决策”。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FCF6B-FF34-4E38-9A4B-49F533F3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Week 04 / 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F4FBC-921C-45E4-B62D-4E84FA4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477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18582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192607-8544-4D97-8D7D-D434FB5D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28B09-D3A6-4A34-91B6-F3EA1E6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rPr>
              <a:t>LION Stage 1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630EB-AADF-43D4-9BB1-22263B76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CS231n 前五讲：从像素到可训练分类器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B5951-BF77-4A23-B52E-43AF09C8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52D47-1C54-406B-BF65-08A9F3BB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2D390-D9CC-41A1-932D-F20F9FA8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 Image 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C2806-E6AD-42FC-A2BF-225EEEE3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819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数据驱动方法；训练集、验证集、测试集；kNN 作为最直观的分类器起点。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25ED0-BA42-4890-9879-3065310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01E65-7BB0-4BF9-AE8E-5F03AA00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6757D-E16A-4EC5-A4B3-D765B521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145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 Linear 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7E0DE-35BE-4B68-A135-F8763222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76450"/>
            <a:ext cx="2819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 scores = W x + b 打分；SVM 与 Softmax 的差别主要在损失函数。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84333-D85D-4550-8035-FE21D604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61513-6E07-45B1-8AFD-EB91B3AD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14933-B16D-4073-AA1A-50B0ECF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145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3. Optimization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75582-E718-4876-831D-7E6DE26D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819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损失函数给标准，梯度下降给路径；数值梯度用于检查，解析梯度用于训练。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AFD9D-24AF-48AF-B829-3039B4D0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433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7E925-DEBD-48A9-9829-82111B28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43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9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580E3-3BDC-4315-8C68-DAA18888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4. Backpropagation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3F5CE-320C-4795-A5D1-A19B1CB2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2819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把复杂表达式拆成计算图，用链式法则逐层传回梯度。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C1CC4-5601-493B-9F93-659A837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6025E-97BE-4536-9171-6776AF31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F9481-2D98-4503-B369-B4A3A7C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5. Neural Networks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E89D3-13BC-4225-ABE6-A30BA7D0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2819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非线性激活函数让多层模型不再退化成单个线性分类器。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5B768-4827-4923-8408-9E4AE1BD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学习重点不是背模型名，而是把数据、模型、损失、梯度和训练过程连成一条完整链路。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643DCB-6673-4DB5-81EE-BE0B95FA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Week 04 / 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F05CB-37CF-4DD0-AA9F-6382E44D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477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73410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04F8A5-2296-46DE-9E87-9A68FC45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0F9DC-61A5-4837-B353-554C5592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rPr>
              <a:t>LION Stage 1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07D08-5993-4006-9A7B-86BEA723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Assignment 1：官方 starter 已归档，后续逐题补全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9F1F0-D692-4F76-9735-0D254ACA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4572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6E0BC-FD7E-4CFB-8ADD-11C3BC68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rPr>
              <a:t>作业范围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BF4AC-FC52-407D-9E4F-D13E28E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F8E71-470E-42EB-B411-BF6C7C6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622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kNN：距离计算、投票、交叉验证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4C858-7E42-4898-9013-84497B55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6EED6-D529-4680-8CE8-7F4AB524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Softmax：naive 与 vectorized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6E2F4-5C50-4F35-A81E-3182E8C2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3746A-3D3E-41DC-96A1-8C0CCBFC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00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Two-layer net：forward / backward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D3067-C87B-4D9A-B21F-B81745E0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4EB6E-7845-41AE-9946-1F43AD7B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Features：HOG 与 color histogram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5B22D-BF05-4F9A-AF36-E0F22869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2BA2A-4B56-462E-AF42-F7413985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Fully connected net：训练与调参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C0630-1BD5-4047-A425-989EC421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41510-1E6F-4352-AEA3-A050DA56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0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A0B5"/>
                </a:solidFill>
                <a:latin typeface="Microsoft YaHei"/>
                <a:ea typeface="Microsoft YaHei"/>
                <a:cs typeface="Microsoft YaHei"/>
              </a:rPr>
              <a:t>当前仓库状态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1A93D-80DE-4E6B-A0DB-7DD1250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official_assignment1_starter/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1528E-DB46-4175-B7FC-DAD4C55F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保留官方 notebook 与 cs231n 代码框架；不包含额外自写实验脚本。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02B90-87D5-4A36-BA77-74A61B42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下一步：在官方 notebook 中逐个补全 TODO，并用 CIFAR-10 完成结果记录。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B17C8-BD02-4E47-8066-3C1ACD9D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Week 04 / 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2C31F-D94B-40F3-9F28-FAF54893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477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9432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73DD5-F42E-40E9-A3E7-2868205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55D04-13AB-4094-9472-8B704E59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rPr>
              <a:t>LION Stage 1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F19C8-468E-4264-9616-5ED554C7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CS229 后半段：从 Bellman 方程到策略优化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F3649-D8CA-49C1-B150-C66367C3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131C7-4FB4-4202-9280-737E3BE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669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Lecture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2A219-3D50-4730-B257-5FDF1BFE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Q-learning / Value Function Approximation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70D1-A6C4-4B39-90E1-E4642631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7165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不知道转移概率时，通过交互和 TD error 学动作价值函数。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196C7-ACC7-4BA7-A1A7-DB5C0E0B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0363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39C84-BE87-4962-924B-D3438597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Lecture 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EB5CD-4908-4E6D-9DA4-356D40A2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99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Policy Search / REINFORCE / POMDPs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7F7DC-AAAA-4217-9016-4FAD596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直接优化策略参数，并处理状态不可完全观测的决策问题。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3F549-570C-4784-AD9F-489A11FA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0363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8119C-7A1B-48C3-977A-E8BA6224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Lecture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5C870-8AF7-4629-8EDB-C44B98DA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291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Optional Topics / Wrap-up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6A311-148A-4873-AF67-E4AD07BF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把监督、无监督、强化学习与应用专题收束到同一张任务地图。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38556-3659-46BD-91EA-DFEB0BF6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8D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7866C-A587-4E89-9681-50FCBABE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86400"/>
            <a:ext cx="866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主线：已知模型的 Bellman equation → 未知模型下的 Q-learning → 直接优化策略的 policy gradient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C729E-A425-4EC8-8B80-9CF29BC5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Week 04 / 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43BDA-8D3A-49EE-90E3-2A818170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477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82098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DA90D-B702-4757-B0ED-6C366D99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B1813-6D55-47B5-909E-0B895BAD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rPr>
              <a:t>LION Stage 1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1DAE-14F2-4FAA-A8E5-44A0B024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两门课在第四周形成的连接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CE892-3999-4ABF-8018-F2FA168A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4171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5E98B-B745-4EB4-BBB5-8FE0F45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B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5BEA"/>
                </a:solidFill>
                <a:latin typeface="Aptos"/>
                <a:ea typeface="Aptos"/>
                <a:cs typeface="Aptos"/>
              </a:rPr>
              <a:t>CS231n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230B5-CCBC-4538-B7D5-080D8E51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图像分类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5978E-E134-426E-A2D1-CED215B3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从原始像素出发，通过特征表示、损失函数、梯度优化和反向传播，学习一个分类模型。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9C28E-8ACB-40AB-A0FA-2CD5291C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638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99E20-7462-4A56-8FFC-E0AB0845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146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学习表示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0D7FA-A4CD-475D-9295-E6C2829B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861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00DDE-8803-48EE-ADD7-6F3D6FAE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861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CE0B4-9C0A-49E5-A65E-1CA58BDC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57350"/>
            <a:ext cx="4171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767EE-2999-4418-8912-93414958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9D6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E9D64"/>
                </a:solidFill>
                <a:latin typeface="Aptos"/>
                <a:ea typeface="Aptos"/>
                <a:cs typeface="Aptos"/>
              </a:rPr>
              <a:t>CS229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C7192-BA33-434B-8438-6E9EDF8C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序列决策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EF894-0B16-467D-B588-C699BB5E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当没有固定标签、只有环境反馈时，智能体要学习长期回报最大的行动策略。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B6025-9798-4470-9C56-C70325A4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共同问题：如何把数据或反馈转化成可优化的目标，再用梯度、价值或策略更新逼近更好的行为。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9C207-885B-4AC5-BF6B-B3FF6AD3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Week 04 / 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0733F-297F-4234-9B7B-2303DE0D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477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55047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91D7D-A6B3-465B-B673-6E0B48C8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2AC3C-E882-4473-ADFA-8E147C54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5BEA"/>
                </a:solidFill>
                <a:latin typeface="Microsoft YaHei"/>
                <a:ea typeface="Microsoft YaHei"/>
                <a:cs typeface="Microsoft YaHei"/>
              </a:rPr>
              <a:t>LION Stage 1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0E742-63EE-4A3E-8876-A04FFCDD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后续计划：把 starter 推进为完成版作业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B2BA6-8AC7-4D2C-9106-C7477B0D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55A49-623F-424B-AE52-249DBD73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A8BC8-16A2-46F3-B194-024E2ED9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 补全官方 notebook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EBDA9-DFDB-47C5-B873-F0C560E1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724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逐个完成 knn、softmax、two_layer_net、features、FullyConnectedNets 中的 TODO。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BEB49-50AF-4EBB-9E6A-578874DF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621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12C30-990B-4B96-8F92-B87C915C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6210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D914E-00DB-4827-9719-DCCAC7E5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526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 手推关键梯度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81D7D-51DA-4F3D-89A0-22875B99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14550"/>
            <a:ext cx="2724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重点复盘 Softmax 梯度、两层网络反向传播和正则化项。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320EE-E236-4C5A-B058-298B5A39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3143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DB920-A835-4C84-8460-A00BDBB6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0CC98-1D8A-4544-8FE3-3E623F8A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526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3. 记录 CIFAR-10 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674A4-6966-4B1C-8ADD-72257DD5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724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把验证集调参、测试集结果和错误分析补进报告。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F7F97-A096-4611-B0FF-8E5D0D0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8C441-8A40-4F1B-9A6F-198A13BD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9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56BE2-207C-4E65-A83C-3254D11A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243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4. 强化学习对照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86102-7FF4-4E63-B118-F1DF1C66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8625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区分 tabular Q-learning、价值函数近似和 policy gradient 的适用场景。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D369D-CBD6-4457-B9BE-D78A6373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51566-2FBC-4987-BEF9-B81FEB5B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C060C-4F52-4EE4-9FA0-D891255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243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5. 仓库同步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E5922-CACB-4452-9615-C7EC6D3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保持 README、周报、作业材料和 PPT 在 GitHub 上一致。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3C68E-EBE5-4267-87FB-9DEBF6A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293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下一步交付重点：不是再加旁路实验，而是完成官方 Assignment 1 的 TODO 和运行记录。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AC083-8ABC-49D3-A4AD-5CF86807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Week 04 / 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F49F6-9A48-4BFE-8DAF-DBA906BA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477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406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2026-05-30T18:30:32.2080000Z</dcterms:created>
  <dcterms:modified xsi:type="dcterms:W3CDTF">2026-05-30T18:30:32.2090000Z</dcterms:modified>
</coreProperties>
</file>